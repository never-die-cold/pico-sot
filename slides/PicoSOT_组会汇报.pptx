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老师好。这次汇报的是 Jhuria 那篇 NE 2020，皮秒脉冲翻转垂直磁化。这次的参数和模型完全取自论文：宏观自旋参数和热扩散模型都是论文里的数据。数据量约 400 个 run，阈值扫描加密到 0.5 步长，还做了 90 个消融和噪声系综。上次的异常回翻窗口这次彻底归因了，后面有两页专门讲。先说结论：纯 SOT、不加任何温度依赖，阈值在 18 到 19.5×10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；把论文的热通道加进来降到 9 到 10×10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，大致减半，这个比例和论文里的 9 掉到 6 是一致的。K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随温度塌缩是必要条件。绝对值比论文高出 1.5 倍左右，我倾向于认为问题出在论文没给脉冲波形和反射序列。下面先看论文里到底给了什么，再讲实现和结果。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这一页把论文里给的信息整理出来，方便后面对照。器件是 Ta/Pt/Co/Cu/Ta/Pt，Co 是垂直磁化层。翻转实验用 6 ps 脉冲，时域测量用 3.7 ps，都带传输线反射。实验的结论有两条：单个 6 ps 脉冲能确定性翻转；方向由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和电流乘积的符号决定。注意论文那个 6×10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不是测出来的阈值，是从 50 pJ 能量预算反推的上限。真正的模型在论文里都有：宏观自旋 LLG 加 SOT，再配一维热扩散。θ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拟合是 0.2，强电流模拟用的是 0.3；M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、各向异性、阻尼、居里温度、热容、热导、界面热导这些参数论文都给了。论文自己也有预测：纯 LLG 阈值 9×10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，含热 6×10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，能量差两倍左右，最快 16 ps，把 SOT 关掉只靠热各向异性力矩也能翻。我们逐条去验。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实现说三点。SOT 这块，mumax3 没有原生项，用 Slonczewski 模块等效，固定层极化沿 y，Pol 和 EpsilonPrime 填 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和 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。有个坑：内核只读电流的 z 分量，所以 J 必须沿 z 写，写成 x 分量转矩恒为零，而且不报错。效率我们对着内核源码核过，ε=Pol/2 再乘 ħ/e，合起来正好是有效 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除以 1+α²，和论文的 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·C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差 0.95，就是 Gilbert 形式带来的。各向异性这次直接令 Ku1 等于论文的 K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，mumax3 的薄膜退磁场加上各向异性场恰好等于论文的 2Kz/μ0Ms 减 M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；relax 后 m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是 0.981，跟解析值 cos(atan(H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/B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)) 对得上。热模型论文用的是一维热扩散，我们在脚本里做等效的零维通道，系数照论文取，和一维有限差分最大差 5.1%。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这一页是加热模型，按论文的方程和参数来：热容 2.6×10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，热导率按 Wiedemann-Franz 取 9，界面热导 170，热源是焦耳热，用一个一维有限差分精确解。6×10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、6 ps 的时候 Co 层峰值只升 50 K，论文自己说大约 60 K，其中 15 K 是电子和声子没热平衡的部分，口径是符合的，冷却时间常数 245 ps。脚本里零维通道和这个解差 5%。峰值温度完全由电流决定，所以相图退化成一维阈值问题。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第一组验证看极性，对应论文 Fig.3。全器件 5×4 微米，1.2×10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，峰值温度 497 K。四个象限跑下来很干净，末态就等于负的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乘电流的符号，都在 32 ps 左右过零，末态是均匀单畴，没有畴壁。H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=0 的对照，宏自旋在有加热的 10、12×10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和无加热的 20×10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都不翻，器件 12×10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也不翻，说明面内场这个对称性破缺是必须的。这一页顺带验证了 SOT 接入的方向没搞反，因为极性规则是 SOT 的指纹。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第二组验证是时域动力学，对的是 Fig.4。电流压到 4×10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、脉宽 3.7 ps，避免翻过去：峰值温升 13.9 K，和热模型的 13.8 K 自洽。平行组两条曲线重合，29 ps 处下冲 5.9%；反平行组也重合，但幅度小很多，只有 1.9%，而且没有正上冲。去掉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之后，正负电流曲线完全重合，只剩热退磁后的恢复。进动周期 44 ps 左右，论文口径大概 40 ps。反射我们按 30% 幅度、24 ps 延迟叠一个二次脉冲来近似，温度在 29 ps 出现次级峰，位置和论文的 echo 对得上。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这页是阈值，算这轮的核心结果。温升由电流唯一决定，横轴电流、纵轴末态磁化，就能把信息一次画全。四个系列拆成上下两页图：上面是加热开的两个 θ，下面是加热关的。三件事。第一，纯 SOT 不加温度依赖也能翻，只是阈值高：θ=0.2 大约 18 到 19.5×10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之间，θ=0.3 是 12.5 到 14 之间。第二，把论文的热通道打开，阈值掉到 9 到 10×10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（θ=0.2），θ=0.3 是 8 到 9×10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，阈值比 1.5 到 2 倍，和论文的 9 掉到 6 一致。绝对值整体还是高 1.5 倍左右，后面会讲原因。第三，加热档有一段非单调窗口：θ=0.2 在 14.5 到 17×10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，θ=0.3 在 15 到 17×10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翻过去又回去，18 以后恢复。特别说明图上的处理：近阈值和强电流下有少数点会长出条带畴，多畴的平均磁化不代表单畴结果，这些点上一次是画了灰叉，但灰叉既容易让人以为是数据，也看不出属于哪个系列，所以这次全部不画了，折线直接连接相邻的实测点，清单写在幻灯片上：θ=0.2 加热是 17.5、19.5、27，无加热是 18.5、19；θ=0.3 加热是 14、17.5、19.5 以及 21 以上的全部，无加热是 13 和 13.5。所以 θ=0.3 加热的曲线到 20×10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就停了，21 以上全在多畴区，而且那里 T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已经超过 T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，属于论文排除的 HAMR 情形。窗口和阈值都用了 0.5 步长的加密扫描加 1.5 纳秒长弛豫复核，结论稳定。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这页是脉宽和速度。左上固定 10×10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、无加热，扫脉冲宽度：12 ps 以内不翻，15 ps 翻一半，20 ps 以上完全翻。18 到 19 ps 是 FMR 半周期，也是论文说的能量最优窗口，对得上。这说明论文 6 ps 能翻，是在接近阈值电流下靠加热把势垒压下去的，6 ps 本身只有半周期三分之一，纯 SOT 推不动。下面是加热条件下的过零时间：阈值附近 68 ps，12×10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是 49 ps，20×10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是 26 ps。要注意 20×10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那档峰值温度 851 K，已经超过居里温度，论文的热模型在那一带本来就不保证成立。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这组是机制分解。左边同样的 10×10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，关掉加热只掉到 0.7 就弹回来，开加热能翻；但电流加到 20×10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，不开加热也翻，所以加热的作用是压阈值，不是机制上绕不开。中间把 SOT 关到接近零，只留热各向异性力矩，12×10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要 122 ps 才翻，14×10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是 80 ps，和论文的结论一致：纯热路径存在，但慢得多、也更热。右边是关键：把 K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的温度标度冻在 300 K，14×10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都翻不了，说明 K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塌缩这条通道必须有；只冻 M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而留着 K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(T)，10×10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已经到 +0.45，12×10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到 −0.46，接近翻转，所以 M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下降是帮忙的角色。补两点：H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=0 任何条件都不翻；开 Langevin 噪声后 9×10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从不翻变成部分翻，说明阈值附近对噪声敏感，噪声统计用 FixDt 微抖动系综解决，结果在后面的数据量页。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这页回答老师上次问的异常：为什么电流加大反而翻回去。三个面板合起来看：脉冲结束的瞬间，样品温度 610 K，各向异性场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塌到比面内场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=160 mT 还小，±z 两个势阱暂时不存在；磁矩被力矩拖过赤道，绕 +x 方向的有效场做大角度进动，一圈要一百多 ps；降温中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慢慢恢复，恢复到恰好等于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的那一刻，磁矩进动到哪一侧就被抓进哪一侧的阱。J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=15 那个时刻刚好转回 +z 半圈，所以翻回去；J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=18 相位差半圈，落在 −z。判据很干净：42 个消融 case 的最后一次过零全部发生在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≈1.1 倍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的时刻。数值因素都排除了：重跑复现、步长减半、延长观察都不变；无加热系列完全没有这个窗口。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归因不能只靠一个参数组合说得通，要能动。三个独立旋钮：第一，改面内场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，窗口起点跟着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(T)=H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对应的温度 T* 走，40 mT 时势阱从头到尾不塌缩，窗口消失；320 mT 时相位卷绕三圈，出现三条交替带。第二，改界面热导，降温快一倍窗口缩到 18–19，慢一倍窗口变宽变碎。第三，改居里温度，塌缩越浅窗口越往高电流移。三个方向全部和竞争模型的预测一致，这就是说服力所在。另外补了噪声系综：窗口内部 8 个样本全部回翻，P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sw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在 17 到 17.5 之间从 0 直接跳到 1，窗口对热噪声是稳健的，不是噪声假象。要强调：论文没有报道这个窗口，因为实验没扫这个区间；这是模型的预言，而且给出了三条可检验的预测，写在 docs/anomaly.md。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能量用和论文一样的口径：对真实电流波形积分 J²，再乘电阻率和体积。6×10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、6 ps 是 39.7 pJ，和论文 40 pJ 的口径一致，但这一档在论文参数下翻不动。能翻的最低档是 10×10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、110 pJ，比论文 50 pJ 的预算高。根本原因是绝对阈值高了 1.5 倍，不是核算方法的问题。20×10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不开加热也能翻，能量 441 pJ。阈值档这块的差距是下一轮要优先处理的，我怀疑根子在波形口径上。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这页是逐项比对。对上的有：极性规则、Fig.4 的周期、纯热路径、加热和无加热的能量比量级。没完全对上的是：绝对阈值整体高 1.5 倍，最快翻转 16 对 26 ps，能量预算还没到。偏高最可能是论文没公开脉冲波形和电缆反射，我们只能用 sech² 近似，而波形直接决定注入的角动量。还有高电流区要注意，1.9×10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以上模型温度过 T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，M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截断成零，这接近论文用垂直场实验排除的 HAMR 情形，像 20×10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加热档这种结果只能当参考。最后，均匀宏自旋没有成核和畴壁，概率统计已经用 FixDt 微抖动系综补上（见数据量页）。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下一步四件事。最优先是概率与成核，宏自旋的 P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sw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已经用抖动系综做完了，下一步上全尺寸器件和晶粒随机性，在窗口附近对标论文的 91%。第二是波形和反射标定，试不同波形和反射序列，把高 1.5 倍的原因找出来，这一步做完定量结论才站得住。第三是阈值律，验 J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随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的 1/H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关系，还有脉宽 6 到 30 ps 的速度-能量曲线，对照论文 Fig.3，这两条对实验设计最有用。第四是收敛性，网格、交换常数、时间步都做对照，确认结论不依赖离散化。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备份页。左边是脚本分工和跑法：主模板做快速扫描，fig4 脚本做过程曲线，fig3 脚本做全器件，heat_model.py 单独标定加热。run_case.py 管参数替换和归档，能溯源。右边是踩坑速查。最容易搞错的是各向异性的写法，最危险的是自适应步长把 6 ps 拉成 27.6 ps，会得出假结论。噪声固定种子的绕法（FixDt 抖动）已写进文档。完整的映射写在 docs/paper_replica.md 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皮秒电流脉冲 SOT 翻转的 mumax3 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17904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参数取自论文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681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汇报人：______          日期：______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95728"/>
            <a:ext cx="6949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体系：Ta(5)/Pt(4)/Co(1)/Cu(1)/Ta(4)/Pt(1) nm，Co 是垂直磁化层，过流区 5×4 µm²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论文结论：单个 6 ps 脉冲即可确定性翻转；J</a:t>
            </a:r>
            <a:r>
              <a:rPr sz="13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上限 6×10</a:t>
            </a:r>
            <a:r>
              <a:rPr sz="13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A/m² 出自 50 pJ 能量预算；转向由 H</a:t>
            </a:r>
            <a:r>
              <a:rPr sz="13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与电流的乘积符号决定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模型：宏观自旋 LLG + SOT + 热扩散的 0D 等效通道，参数全部取自论文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数据量：约 400 个 mumax3 run（0.5×10</a:t>
            </a:r>
            <a:r>
              <a:rPr sz="13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细扫描、90 个消融、噪声系综、全器件）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上次遗留的异常回翻窗口已归因：确定性进动-捕获竞争（新两页）</a:t>
            </a:r>
          </a:p>
        </p:txBody>
      </p:sp>
      <p:pic>
        <p:nvPicPr>
          <p:cNvPr id="6" name="Picture 5" descr="devic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713" y="2331720"/>
            <a:ext cx="3669572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49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先说结论：不带任何温度依赖时，纯 SOT 阈值 18–19.5×10</a:t>
            </a:r>
            <a:r>
              <a:rPr sz="1350" b="1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A/m²；加上论文的热通道后降到 9–10×10</a:t>
            </a:r>
            <a:r>
              <a:rPr sz="1350" b="1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，大致减半，比例和论文里的 9×10</a:t>
            </a:r>
            <a:r>
              <a:rPr sz="1350" b="1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到 6×10</a:t>
            </a:r>
            <a:r>
              <a:rPr sz="1350" b="1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一致。K</a:t>
            </a:r>
            <a:r>
              <a:rPr sz="1350" b="1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随温度塌缩绕不过去，而绝对阈值比论文高约 1.5 倍，最可能的原因是论文没公开脉冲波形和反射序列。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论文里有哪些可用信息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60704"/>
          <a:ext cx="704087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093"/>
                <a:gridCol w="5997786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论文内容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器件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Ta(5)/Pt(4)/Co(1)/Cu(1)/Ta(4)/Pt(1) nm，Co 为 PMA 层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脉冲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翻转 6 ps；时域实验 3.7 ps；含传输线反射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实验结论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 6 ps 脉冲确定性翻转；方向 = −sign(H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·I)（Fig.3）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电流口径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≈ 6×10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A/m² 为能量上限估计（&lt;50 pJ，Methods）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宏观自旋 LLG + SOT + 1D 热扩散；θ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DL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=0.2（强电流模拟用 0.3）、θ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=0.05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(300K)=1.0×10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A/m、B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=0.8 T、α=0.23、T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=800 K、C=2.6×10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、Λ=9 W/mK、G=170 MW/m²K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论文预测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LLG J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≈9×10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A/m²；含热 ≈6×10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（能量 ~2×）；最快 16 ps；θ=0 也能翻（Fig.5）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evic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713" y="1060704"/>
            <a:ext cx="3669572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349240"/>
            <a:ext cx="11201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正文只给了一小部分参数（Ha≈1 T、θ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/θ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、J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上限）；完整模型和热学参数都在论文里，本工作全部以论文参数与模型为准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要回答四件事：极性对不对、Fig.4 的动力学对不对、阈值里加热占多少、翻转靠哪些机制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把论文方程搬进 mumax3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6903720" cy="3611880"/>
          </a:xfrm>
          <a:prstGeom prst="rect">
            <a:avLst/>
          </a:prstGeom>
          <a:solidFill>
            <a:srgbClr val="F4F4F4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109728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// SOT：Slonczewski 模块等效（mumax3 无原生 SOT）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FixedLayer   = vector(0, 1, 0)   // σ 沿 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Pol          = 0.20              // θ_DL（强电流模拟用 0.30）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EpsilonPrime = 0.05              // θ_FL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Lambda       =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DisableZhangLiTorque =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J = vector(0, 0, -I_sign*Jp*sech²)  // 内核只读 J.z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// 各向异性：直接令 Ku1 = Kz(T)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//   H_z = (2Kz/μ0Ms - Ms) m_z 与论文 Eq.S3 一致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// 温标：fr = 1-(T/Tc)^1.7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//   Msat = Ms0*fr;  Ku1 = Kz0*fr^3   （对应论文 Eq.S6-S7）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// 加热：dT/dt = rho*J^2/C - (T-Troom)/tau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//   tau = C*d/G = 245 ps（论文 Eq.S4 的 0D 等效通道）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// 时间精确：RK4 + 固定步长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SetSolver(4);  FixDt = 5e-14     // 0.05 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8032"/>
            <a:ext cx="6903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两处容易踩的地方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Ku1 直接取 K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，不走 Keff+½μ0Ms² 的老写法，这样 M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和 K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的温度标度在机制分解时互不牵连。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J 必须沿 z 写：内核只读 J.z，写成 x 分量转矩恒为零，而且不报错。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097280"/>
            <a:ext cx="41605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SOT 效率按内核源码核对过：Pol=θ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、Λ=1 时 ε=Pol/2，与论文的 θ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DL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·C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数值一致（差 1/(1+α²)≈0.95）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令 Ku1=K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后，relax 平衡态 m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=0.981，等于 cos[atan(H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/B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)]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加热用 0D 等效通道，与 1D 有限差分解最大偏差 5.1%（0–450 ps）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可调旋钮：tp_ps、ThetaDL、Heating、ScaleMs、ScaleKz、Noise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加热模型：热扩散与 0D 等效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5" name="Picture 4" descr="hea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0" y="960120"/>
            <a:ext cx="1038606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983480"/>
            <a:ext cx="11201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按论文的热扩散方程解 1D 热扩散：C=2.6×10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J/m³K、Λ=9 W/mK（Wiedemann–Franz）、G=170 MW/m²K、q=ρJ²、上表面绝热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6×10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A/m² / 6 ps 时 Co 层峰值升温 +50.4 K（论文自述约 60 K，其中约 15 K 是电子–声子失配）；冷却 τ=245 ps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T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由 J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唯一决定：T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≈ 300 + 50.4·(J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/6×10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)² 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极性判据对上论文 Fig.3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201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末态符号 = −sign(H</a:t>
            </a:r>
            <a:r>
              <a:rPr sz="1500" b="1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· I)。全器件四象限都能对上，本批从 +Mz 出发。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64208"/>
          <a:ext cx="5212078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325"/>
                <a:gridCol w="776267"/>
                <a:gridCol w="1663429"/>
                <a:gridCol w="998057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</a:t>
                      </a:r>
                      <a:r>
                        <a:rPr sz="1100" b="1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</a:t>
                      </a:r>
                      <a:r>
                        <a:rPr sz="1100" b="1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sign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</a:t>
                      </a:r>
                      <a:r>
                        <a:rPr sz="1100" b="1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z, final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+160 mT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−0.971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翻转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−160 mT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+0.970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不翻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+160 mT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+0.970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不翻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−160 mT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−0.971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翻转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0（宏自旋/器件）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±1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+1.000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不翻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25696"/>
            <a:ext cx="5212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全器件：5×4 µm、J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pk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=1.2×10</a:t>
            </a:r>
            <a:r>
              <a:rPr sz="110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、T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=497 K，t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cross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≈32 ps；末态为均匀单畴（只有开边界的边缘列被钉扎）。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H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=0 对照：宏自旋（加热 10/12×10</a:t>
            </a:r>
            <a:r>
              <a:rPr sz="110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、无加热 20×10</a:t>
            </a:r>
            <a:r>
              <a:rPr sz="110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）与器件（12×10</a:t>
            </a:r>
            <a:r>
              <a:rPr sz="110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）都不翻。面内场确实是必需的对称性破缺。</a:t>
            </a:r>
          </a:p>
        </p:txBody>
      </p:sp>
      <p:pic>
        <p:nvPicPr>
          <p:cNvPr id="8" name="Picture 7" descr="q_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677" y="1591056"/>
            <a:ext cx="531340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时域动力学对上论文 Fig.4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5" name="Picture 4" descr="fig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3075"/>
            <a:ext cx="7589520" cy="26021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362456"/>
            <a:ext cx="34290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3.7 ps、J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=4×10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：温升峰值 +13.9 K，heat_model 预测 13.8 K，自洽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平行组 (H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+,I+) 与 (H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−,I−) 重合，29 ps 处下冲 −5.9%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反平行组 (H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+,I−) 与 (H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−,I+) 重合，只有 −1.9%，没有正上冲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去掉 H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：±I 曲线重合，只剩退磁后的恢复，进动周期约 44 ps（论文约 40 ps）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反射按 0.3 幅度、24 ps 延迟叠加，T(t) 在 29 ps 出现次级峰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阈值：纯 SOT 与加热的对比（θ</a:t>
            </a:r>
            <a:r>
              <a:rPr sz="2300" b="1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DL</a:t>
            </a: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=0.2 / 0.3）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5" name="Picture 4" descr="phase_he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0360"/>
            <a:ext cx="6126480" cy="2512991"/>
          </a:xfrm>
          <a:prstGeom prst="rect">
            <a:avLst/>
          </a:prstGeom>
        </p:spPr>
      </p:pic>
      <p:pic>
        <p:nvPicPr>
          <p:cNvPr id="6" name="Picture 5" descr="phase_noh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62976"/>
            <a:ext cx="6126480" cy="25129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2280" y="1097280"/>
            <a:ext cx="489204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四系列拆成上下两张图（上：加热开；下：加热关），每张只画一个 θ，不再四线混叠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温升由电流唯一决定：T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= 300 + 50.4·(J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/6×10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)² K，横轴电流即可覆盖全部信息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纯 SOT 阈值：(18, 19.5]×10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（θ=0.2）、(12.5, 14]×10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（θ=0.3）；加热后降到 (9,10] 与 (8,9]×10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，阈值比 1.5–2 倍，与论文 9→6×10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一致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非单调回翻窗口：θ=0.2 在 14.5–17×10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、θ=0.3 在 15–17×10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不翻，18 后恢复，扫到 30 无第二窗口（0.5 步长细扫 + 1.5 ns 长弛豫复核）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多畴伪影点已全部从图中移除（不再画灰叉，折线直接连接相邻实测点）：θ=0.2 加热 17.5/19.5/27、无加热 18.5/19；θ=0.3 加热 14/17.5/19.5 及 ≥21 全部、无加热 13/13.5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θ=0.3 加热曲线止于 20×10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（≥21 全为多畴，属 T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&gt;T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区）；绝对值整体高约 1.5 倍，归因待波形标定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脉宽窗口与翻转速度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pic>
        <p:nvPicPr>
          <p:cNvPr id="5" name="Picture 4" descr="phas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11" y="996696"/>
            <a:ext cx="5884817" cy="2331720"/>
          </a:xfrm>
          <a:prstGeom prst="rect">
            <a:avLst/>
          </a:prstGeom>
        </p:spPr>
      </p:pic>
      <p:pic>
        <p:nvPicPr>
          <p:cNvPr id="6" name="Picture 5" descr="phase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22" y="3465576"/>
            <a:ext cx="6115594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1042415"/>
            <a:ext cx="4526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θ=0.2、10×10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、无加热：12 ps 以内不翻，15 ps 部分翻（−0.93），20/30 ps 完全翻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FMR 半周期约 18–19 ps，与论文说的能量最优 10–20 ps 对得上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78040" y="3054096"/>
          <a:ext cx="4526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925"/>
                <a:gridCol w="169735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</a:t>
                      </a:r>
                      <a:r>
                        <a:rPr sz="1050" b="1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</a:t>
                      </a:r>
                      <a:r>
                        <a:rPr sz="10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（θ=0.2 加热）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</a:t>
                      </a:r>
                      <a:r>
                        <a:rPr sz="1050" b="1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 ps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 ps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41.1 ps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 ps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78040" y="4928616"/>
            <a:ext cx="4526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速度随电流提升，但 20×10</a:t>
            </a:r>
            <a:r>
              <a:rPr sz="110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那档 T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=851 K，已过 T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，进入热模型不保证有效的区间。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机制分解：K</a:t>
            </a:r>
            <a:r>
              <a:rPr sz="2300" b="1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(T) 塌缩必不可少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201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SOT 定方向，K</a:t>
            </a:r>
            <a:r>
              <a:rPr sz="1500" b="1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(T) 塌缩不可缺；只留热各向异性力矩也能翻，但更慢、更热。</a:t>
            </a:r>
          </a:p>
        </p:txBody>
      </p:sp>
      <p:pic>
        <p:nvPicPr>
          <p:cNvPr id="6" name="Picture 5" descr="mechanism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600" y="1499616"/>
            <a:ext cx="6626038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974336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(a) 加热开/关：10×10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只有加热能翻，20×10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无加热也能翻，差别在阈值而不是机制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(b) θ≈0 加加热：12×10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在 122.5 ps 翻、14×10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在 80.2 ps 翻（与论文一致）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974336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(c) ScaleKz=0 冻结 K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：14×10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不翻；只冻结 M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：10×10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到 +0.45、12×10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到 −0.46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=0 任何条件都不翻；Noise=1（固定种子）时 9×10</a:t>
            </a:r>
            <a:r>
              <a:rPr sz="115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变成部分翻（−0.32）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异常回翻窗口：电流更大为什么反而不翻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201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加热系列在 14.5–17×10</a:t>
            </a:r>
            <a:r>
              <a:rPr sz="1500" b="1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翻过去又翻回来。结论：确定性进动相位与势阱恢复的竞争，不是数值误差。</a:t>
            </a:r>
          </a:p>
        </p:txBody>
      </p:sp>
      <p:pic>
        <p:nvPicPr>
          <p:cNvPr id="6" name="Picture 5" descr="anomaly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637" y="1499616"/>
            <a:ext cx="5603965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230368"/>
            <a:ext cx="11201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(a)(b)(c) J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=15 过零到 −0.86 后，H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(T) 仍 ≲ 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（势阱未恢复）；磁矩绕 +x 进动一圈时刚好被恢复中的势阱抓回 +z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(d) J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=15（回翻）与 18（翻转）的轨道对比：同样的绕圈，差别只在势阱变深那一刻磁矩在哪一侧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定量判据：全部 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消融 case 的最后一次过零发生在 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(T)≈1.1·H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（n=42）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异常回翻窗口：三个旋钮的消融验证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Picture 4" descr="anomal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85" y="1133856"/>
            <a:ext cx="10243468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72000"/>
            <a:ext cx="112014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扫描：窗口起点严格跟随 T*(H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)（H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k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(T*)=H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），40 mT 势阱不塌缩→无窗口；320 mT 分裂成三条带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G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int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扫描：降温越慢（τ 越长）窗口越宽、越碎；T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扫描：塌缩越浅窗口越向高 J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移动 —— 方向全部与竞争模型一致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噪声系综（8 样本×9 点）：窗口内 14.5–17 全部回翻（P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sw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=0），17.5–18 全翻（P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sw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=1）→ 窗口对热噪声稳健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定位：论文实验与模拟都未扫描该区间，这是模型的确定性预言；可检验——窗口位置随 H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、衬底热导、T</a:t>
            </a:r>
            <a:r>
              <a:rPr sz="115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系统移动（docs/anomaly.md）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能量核算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Picture 4" descr="energ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1016"/>
            <a:ext cx="621792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133856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E = ∫ J²(t) dt · ρ · V
（ρ = 81 µΩ·cm，V = 5×4 µm² × 15 nm）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03720" y="1965960"/>
          <a:ext cx="48005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1457"/>
                <a:gridCol w="979714"/>
                <a:gridCol w="195942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（无加热）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39.7 pJ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不翻（论文上限口径）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（加热）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110.4 pJ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翻（模型阈值）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（加热）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158.9 pJ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（无加热）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441.4 pJ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翻（纯 SOT）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20×10</a:t>
                      </a:r>
                      <a:r>
                        <a:rPr sz="105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（加热）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441.4 pJ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翻（T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851 K &gt; T</a:t>
                      </a:r>
                      <a:r>
                        <a:rPr sz="105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r>
                        <a:rPr sz="105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03720" y="5568696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论文的 &lt;50 pJ 对应 6×10</a:t>
            </a:r>
            <a:r>
              <a:rPr sz="105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12</a:t>
            </a:r>
            <a:r>
              <a:rPr sz="105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这个上限口径；本模型最低可翻档是 110 pJ，差距来自绝对阈值偏高，下一页归因。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与论文的逐项比对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05840"/>
          <a:ext cx="11247118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110"/>
                <a:gridCol w="1977515"/>
                <a:gridCol w="5314573"/>
                <a:gridCol w="185392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本复现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54864" marR="36576" marT="13716" marB="13716" anchor="ctr">
                    <a:solidFill>
                      <a:srgbClr val="E8E8E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极性规则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−sign(H</a:t>
                      </a:r>
                      <a:r>
                        <a:rPr sz="100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·I)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−sign(H</a:t>
                      </a:r>
                      <a:r>
                        <a:rPr sz="100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·I)（宏自旋 + 全器件）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Fig.4 进动周期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~40 ps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≈44 ps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LLG 阈值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（θ=0.3）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(12.5,14]×10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（θ=0.3）/ (18,19.5]×10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（θ=0.2）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偏高 ~1.5×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含热阈值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(8,9]×10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（θ=0.3）/ (9,10]×10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（θ=0.2）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偏高 ~1.5×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加热/无加热能量比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~2×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~2.3–4×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量级一致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纯热翻转（θ=0）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论文可翻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122 ps、14×10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80 ps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最快翻转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ps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 ps（2×10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加热档，T</a:t>
                      </a:r>
                      <a:r>
                        <a:rPr sz="100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&gt;T</a:t>
                      </a:r>
                      <a:r>
                        <a:rPr sz="1000" b="0" i="0" baseline="-25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偏高</a:t>
                      </a:r>
                    </a:p>
                  </a:txBody>
                  <a:tcPr marL="54864" marR="36576" marT="13716" marB="1371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能量预算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&lt;50 pJ @6×10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6×10</a:t>
                      </a:r>
                      <a:r>
                        <a:rPr sz="1000" b="0" i="0" baseline="3000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不翻；阈值档 110 pJ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未达预算</a:t>
                      </a:r>
                    </a:p>
                  </a:txBody>
                  <a:tcPr marL="54864" marR="36576" marT="13716" marB="13716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568696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主要不确定度有四条：论文没公开 6 ps 脉冲的波形和反射序列，这是绝对阈值偏高最可能的原因；J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≳1.9×10</a:t>
            </a:r>
            <a:r>
              <a:rPr sz="110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时 T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max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&gt;T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，M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被截断为 0，属于论文排除的 HAMR 情形；均匀宏自旋没有成核和畴壁，近阈值和极强电流下偶发多畴伪影，已用 OVF 剔除；概率统计已用 FixDt 微抖动噪声系综补齐（P</a:t>
            </a:r>
            <a:r>
              <a:rPr sz="11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sw</a:t>
            </a: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曲线）。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26974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概率与成核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给 Langevin 噪声加种子控制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上全尺寸器件和晶粒随机性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做 P</a:t>
            </a:r>
            <a:r>
              <a:rPr sz="12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sw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(J</a:t>
            </a:r>
            <a:r>
              <a:rPr sz="12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)，对标 91%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0712" y="1325880"/>
            <a:ext cx="26974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波形与反射标定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试 sech² / 高斯 / 方波 与不同反射序列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解释绝对阈值高出的 ~1.5 倍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这一步决定定量结论能不能用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8504" y="1325880"/>
            <a:ext cx="26974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阈值律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验证 J</a:t>
            </a:r>
            <a:r>
              <a:rPr sz="12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(H</a:t>
            </a:r>
            <a:r>
              <a:rPr sz="12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) ∝ 1/H</a:t>
            </a:r>
            <a:r>
              <a:rPr sz="12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脉宽 6→30 ps 的速度–能量曲线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对照论文 Fig.3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6296" y="1325880"/>
            <a:ext cx="26974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收敛性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网格 5→2.5 nm、Aex 的不确定度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FixDt 5×10</a:t>
            </a:r>
            <a:r>
              <a:rPr sz="120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-14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→1×10</a:t>
            </a:r>
            <a:r>
              <a:rPr sz="1200" b="0" i="0" baseline="30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-14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的高温对照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确认结论不依赖离散化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006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优先级从高到低。前两项决定定量可信度，J</a:t>
            </a:r>
            <a:r>
              <a:rPr sz="12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c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(H</a:t>
            </a:r>
            <a:r>
              <a:rPr sz="1200" b="0" i="0" baseline="-2500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) 和脉宽曲线可以直接支撑实验设计。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备份：脚本、运行与踩坑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95528"/>
            <a:ext cx="11155680" cy="12801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88136"/>
            <a:ext cx="6858000" cy="2880360"/>
          </a:xfrm>
          <a:prstGeom prst="rect">
            <a:avLst/>
          </a:prstGeom>
          <a:solidFill>
            <a:srgbClr val="F4F4F4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109728" bIns="5486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脚本（simulations/mumax3_sot/）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macrospin_switch.mx3   64×64 阈值/机制扫描（主模板）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fig4_dynamics.mx3      无限薄膜 + 反射，Fig.4 用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fig3_switching.mx3     500×400×10 nm（5×4 µm 过流区）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heat_model.py          热扩散 1D FD 标定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运行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python run_case.py macrospin_switch.mx3 si_h_t20_Jp10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--set Jp=10e12 Heating=1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python run_batch.py ablation_plan.json   # 批量执行（可续跑）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runs/&lt;tag&gt;/ 自动保存脚本副本与 table/log/ovf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summary.csv 汇总（runs/ 为本地结果目录）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定稿图拷入 docs/figures/ 统一归档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133856"/>
            <a:ext cx="41605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各向异性用 Ku1=K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z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(T)；旧写法 Keff+½μ0Ms² 在温度标度分解时不独立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J 沿 x 写会被内核忽略（只读 J.z），转矩恒为零，也不报错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B_ext 单位是 T；cell、dt 是内建名；Pol=0 会被断言拦截，θ≈0 用 1×10</a:t>
            </a:r>
            <a:r>
              <a:rPr sz="1200" b="0" i="0" baseline="30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-4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自适应步长会把 6 ps 脉冲拉到 27.6 ps，必须用固定步长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Langevin 噪声固定种子（RandSeed 无效）；P</a:t>
            </a:r>
            <a:r>
              <a:rPr sz="1200" b="0" i="0" baseline="-2500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sw</a:t>
            </a: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统计用 FixDt 微抖动系综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•  细节见 notes/error.md、docs/paper_replica.md（论文与 mumax3 的逐项映射）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